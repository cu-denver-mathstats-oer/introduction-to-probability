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6813-30E2-49F7-A068-319A11469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251DD-EAB6-4F14-8D14-AAED41CC4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FE072-D69C-4B4B-BAB0-20D2E4896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15734-0D56-445E-BE30-7BFF84B9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4CFD5-EE3C-45BC-A4ED-5922B391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8F96F-B3C3-419A-9DC3-0BE65C88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914B4-059D-4532-AD80-075CFC5DE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F116F-7DD1-48AE-8782-096851FB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052CE-4A1C-410B-8CB1-ABFF03DE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B0863-6305-46F6-8A5D-86D6573B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22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46C8-6014-4815-B69B-BA8C51D6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7DD40-282C-47CD-B5A0-B4E1E0D7B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1D3B6-78AE-4316-AB82-E8B2CE47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89C77-6B5D-4FAB-98CA-5F53F3AC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C23A7-D819-42EE-B018-1B0800B5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32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C935-9B81-4F49-AF1F-DAA4C94F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500C3-A834-4CAD-9F0F-AA0AC6D17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0347D-E202-4568-BC29-23B9860AA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BCC69-844A-44DF-9C2C-50BEE2F3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F8E83-88F7-4A59-8F64-FB805CF7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F7D34-0A4B-4C5D-9599-7E404D52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5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48A1-9667-4AC3-A84A-EA6491B0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B4AA6-55E1-4D7F-B192-2E98DD0E7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B9EE9-F5F4-4598-B290-4585C8A70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AC0B0-FCA3-4A72-8115-04F9C4CE6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5FB025-80C0-4370-9907-50F43DB09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E77B9-AD53-480C-9C50-86F9A85B8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6AADA-E053-4AE9-AF42-88B5C2D4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886FD-02C6-4E50-9139-BBB09C8E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6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D011-EEC6-452D-A7F7-F96ACA34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A16B6E-3C2D-4A00-B855-D62E899A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7689-D9D9-4B26-AF88-C18BB1C8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87F186-A799-4034-A2CB-F6282E9D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01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298CC-4988-4F67-B727-ED88F045F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4495A1-1E96-4E7D-A312-F700388FB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C2AE4-1474-4463-A972-238A9A53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15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71A3-833A-47C0-84AC-E02E68B0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18A17-2FF0-4C05-9FDE-A86BE88E7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E6C2F-BD5E-42DB-976C-2334A4707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4977C-6095-4227-A31D-F729CD95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3F23B-99E7-4F01-8364-5BEF9ECE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0D5F6-64BE-4ECE-8BCE-D04CA907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82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C538B-EB84-47BF-8548-A7DD1C0B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88576-17FA-4FAA-A98A-8A7443A1A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E0FC1-9039-4204-A6A2-1EF1D3400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3043E-C1AF-4945-935E-38D290D5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72A23-934C-4D18-ADCE-FDD45F1C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2B576-384F-41C4-AD63-5A6458D0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92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AE5C-E630-4C7B-A585-8E65D11D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E6DF7-F6AE-4A9C-82BC-61277E4F5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C03F3-5213-4DA5-A117-DD3DB5E1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06408-8179-4CD8-BC6F-957DF6A4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75AAC-BA26-47F5-A246-C38A5491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79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1DA39F-7D6E-4967-B4B1-AD3E235B5C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325CAA-70FA-4602-A8C6-10BA175D2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A6A41-B2F9-43A9-8078-5584C9AC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40608-E7DD-4BE5-8DC6-1E2DE641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C7CA-E82A-4FBB-9EAB-76C89E16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9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B49666-C1DD-42E0-8DC4-3D3C8A00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97800-7F6E-4815-ACF5-725B9AF7B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B0BB7-6514-4E03-ADA3-FF89C438E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49D12-F133-43A7-AF63-552D4638F85D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3C30D-2E08-4DAA-AECB-A1688A626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89A4E-CEEF-4E1B-AF05-C45E38112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9B27-EF97-4194-BD68-E6DC3B31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1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0B74FF0-5F16-4A12-889C-5D25FEC9E63A}"/>
              </a:ext>
            </a:extLst>
          </p:cNvPr>
          <p:cNvGrpSpPr/>
          <p:nvPr/>
        </p:nvGrpSpPr>
        <p:grpSpPr>
          <a:xfrm>
            <a:off x="1694169" y="952129"/>
            <a:ext cx="8435259" cy="4953742"/>
            <a:chOff x="1695636" y="843376"/>
            <a:chExt cx="8435259" cy="4953742"/>
          </a:xfrm>
          <a:pattFill prst="ltUpDiag">
            <a:fgClr>
              <a:schemeClr val="accent1"/>
            </a:fgClr>
            <a:bgClr>
              <a:schemeClr val="bg1"/>
            </a:bgClr>
          </a:patt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76F9CA-4BF4-4E3E-8F0A-AEE33122DF1D}"/>
                </a:ext>
              </a:extLst>
            </p:cNvPr>
            <p:cNvSpPr/>
            <p:nvPr/>
          </p:nvSpPr>
          <p:spPr>
            <a:xfrm>
              <a:off x="1695636" y="843379"/>
              <a:ext cx="1686756" cy="495373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029CAA-BE9D-4994-B2BB-B12D9D925709}"/>
                </a:ext>
              </a:extLst>
            </p:cNvPr>
            <p:cNvSpPr/>
            <p:nvPr/>
          </p:nvSpPr>
          <p:spPr>
            <a:xfrm>
              <a:off x="3383871" y="843379"/>
              <a:ext cx="1686756" cy="495373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9698AA-52D5-480B-AACE-94C1D839C031}"/>
                </a:ext>
              </a:extLst>
            </p:cNvPr>
            <p:cNvSpPr/>
            <p:nvPr/>
          </p:nvSpPr>
          <p:spPr>
            <a:xfrm>
              <a:off x="5070627" y="843378"/>
              <a:ext cx="1686756" cy="495373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2B9193-4910-4270-8DE4-2698F40900CE}"/>
                </a:ext>
              </a:extLst>
            </p:cNvPr>
            <p:cNvSpPr/>
            <p:nvPr/>
          </p:nvSpPr>
          <p:spPr>
            <a:xfrm>
              <a:off x="6757383" y="843377"/>
              <a:ext cx="1686756" cy="495373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B0298F3-8D99-4355-8CA2-9D0D2D411BA2}"/>
                </a:ext>
              </a:extLst>
            </p:cNvPr>
            <p:cNvSpPr/>
            <p:nvPr/>
          </p:nvSpPr>
          <p:spPr>
            <a:xfrm>
              <a:off x="8444139" y="843376"/>
              <a:ext cx="1686756" cy="495373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06EC3B5-DD0A-40D1-A445-929B71C188D7}"/>
              </a:ext>
            </a:extLst>
          </p:cNvPr>
          <p:cNvGrpSpPr/>
          <p:nvPr/>
        </p:nvGrpSpPr>
        <p:grpSpPr>
          <a:xfrm>
            <a:off x="1694169" y="966785"/>
            <a:ext cx="8436725" cy="3133728"/>
            <a:chOff x="1670802" y="3596054"/>
            <a:chExt cx="8436725" cy="3133728"/>
          </a:xfrm>
          <a:pattFill prst="pct10">
            <a:fgClr>
              <a:schemeClr val="accent1"/>
            </a:fgClr>
            <a:bgClr>
              <a:schemeClr val="bg1"/>
            </a:bgClr>
          </a:patt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416BB0-1B34-436D-A9DA-EC055EBE862D}"/>
                </a:ext>
              </a:extLst>
            </p:cNvPr>
            <p:cNvSpPr/>
            <p:nvPr/>
          </p:nvSpPr>
          <p:spPr>
            <a:xfrm>
              <a:off x="1670802" y="3596054"/>
              <a:ext cx="8436725" cy="3133728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BB6E3AD-F183-4B8B-8471-C90524A90C06}"/>
                </a:ext>
              </a:extLst>
            </p:cNvPr>
            <p:cNvCxnSpPr/>
            <p:nvPr/>
          </p:nvCxnSpPr>
          <p:spPr>
            <a:xfrm>
              <a:off x="3382392" y="3596056"/>
              <a:ext cx="0" cy="3133726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6F095D1-6C04-4CD9-856E-00CF0E33A720}"/>
                </a:ext>
              </a:extLst>
            </p:cNvPr>
            <p:cNvCxnSpPr/>
            <p:nvPr/>
          </p:nvCxnSpPr>
          <p:spPr>
            <a:xfrm>
              <a:off x="5070627" y="3596056"/>
              <a:ext cx="0" cy="3133726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4D53E7-BC62-4A1B-BD6D-B9F64BBED587}"/>
                </a:ext>
              </a:extLst>
            </p:cNvPr>
            <p:cNvCxnSpPr/>
            <p:nvPr/>
          </p:nvCxnSpPr>
          <p:spPr>
            <a:xfrm>
              <a:off x="6757383" y="3596056"/>
              <a:ext cx="0" cy="3133726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4C56562-EB79-4A31-B038-A56BF05E5490}"/>
                </a:ext>
              </a:extLst>
            </p:cNvPr>
            <p:cNvCxnSpPr/>
            <p:nvPr/>
          </p:nvCxnSpPr>
          <p:spPr>
            <a:xfrm>
              <a:off x="8444139" y="3596055"/>
              <a:ext cx="0" cy="3133726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0745B2-C5A6-4266-A68B-6E8751AA5551}"/>
              </a:ext>
            </a:extLst>
          </p:cNvPr>
          <p:cNvGrpSpPr/>
          <p:nvPr/>
        </p:nvGrpSpPr>
        <p:grpSpPr>
          <a:xfrm>
            <a:off x="1692703" y="2447371"/>
            <a:ext cx="8436725" cy="1653141"/>
            <a:chOff x="1670802" y="3596054"/>
            <a:chExt cx="8436725" cy="3133728"/>
          </a:xfrm>
          <a:pattFill prst="pct50">
            <a:fgClr>
              <a:schemeClr val="accent1"/>
            </a:fgClr>
            <a:bgClr>
              <a:schemeClr val="bg1"/>
            </a:bgClr>
          </a:patt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0F8F53A-7D03-477A-B379-E0B79BBFE690}"/>
                </a:ext>
              </a:extLst>
            </p:cNvPr>
            <p:cNvSpPr/>
            <p:nvPr/>
          </p:nvSpPr>
          <p:spPr>
            <a:xfrm>
              <a:off x="1670802" y="3596054"/>
              <a:ext cx="8436725" cy="3133728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A0281CE-FC99-42CC-9430-2091638EC9B2}"/>
                </a:ext>
              </a:extLst>
            </p:cNvPr>
            <p:cNvCxnSpPr/>
            <p:nvPr/>
          </p:nvCxnSpPr>
          <p:spPr>
            <a:xfrm>
              <a:off x="3382392" y="3596056"/>
              <a:ext cx="0" cy="313372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DA44FA8-3ECC-492C-8AE4-557620D42808}"/>
                </a:ext>
              </a:extLst>
            </p:cNvPr>
            <p:cNvCxnSpPr/>
            <p:nvPr/>
          </p:nvCxnSpPr>
          <p:spPr>
            <a:xfrm>
              <a:off x="5070627" y="3596056"/>
              <a:ext cx="0" cy="313372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E5E40F5-14D5-4678-9476-B41855A5E512}"/>
                </a:ext>
              </a:extLst>
            </p:cNvPr>
            <p:cNvCxnSpPr/>
            <p:nvPr/>
          </p:nvCxnSpPr>
          <p:spPr>
            <a:xfrm>
              <a:off x="6757383" y="3596056"/>
              <a:ext cx="0" cy="313372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ACD68C5-E55A-488A-BEEC-05E64A930077}"/>
                </a:ext>
              </a:extLst>
            </p:cNvPr>
            <p:cNvCxnSpPr/>
            <p:nvPr/>
          </p:nvCxnSpPr>
          <p:spPr>
            <a:xfrm>
              <a:off x="8444139" y="3596055"/>
              <a:ext cx="0" cy="313372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42A6BC-0E5F-4213-8E71-577DD6C3BB38}"/>
                  </a:ext>
                </a:extLst>
              </p:cNvPr>
              <p:cNvSpPr txBox="1"/>
              <p:nvPr/>
            </p:nvSpPr>
            <p:spPr>
              <a:xfrm>
                <a:off x="2400300" y="209550"/>
                <a:ext cx="55688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42A6BC-0E5F-4213-8E71-577DD6C3B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00" y="209550"/>
                <a:ext cx="55688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9B45B7F-25ED-4A20-93A8-615B32FB5546}"/>
                  </a:ext>
                </a:extLst>
              </p:cNvPr>
              <p:cNvSpPr txBox="1"/>
              <p:nvPr/>
            </p:nvSpPr>
            <p:spPr>
              <a:xfrm>
                <a:off x="4030521" y="196312"/>
                <a:ext cx="56759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9B45B7F-25ED-4A20-93A8-615B32FB5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521" y="196312"/>
                <a:ext cx="5675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B50B6B3-C5C2-4724-9CB8-1160D5DE29F7}"/>
                  </a:ext>
                </a:extLst>
              </p:cNvPr>
              <p:cNvSpPr txBox="1"/>
              <p:nvPr/>
            </p:nvSpPr>
            <p:spPr>
              <a:xfrm>
                <a:off x="5660743" y="158583"/>
                <a:ext cx="56759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B50B6B3-C5C2-4724-9CB8-1160D5DE2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743" y="158583"/>
                <a:ext cx="56759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EC1E4-02B4-4B7C-BBD0-A69A45CF1FE4}"/>
                  </a:ext>
                </a:extLst>
              </p:cNvPr>
              <p:cNvSpPr txBox="1"/>
              <p:nvPr/>
            </p:nvSpPr>
            <p:spPr>
              <a:xfrm>
                <a:off x="7320852" y="104407"/>
                <a:ext cx="56759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EC1E4-02B4-4B7C-BBD0-A69A45CF1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852" y="104407"/>
                <a:ext cx="567591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29F9A16-9AB6-45E9-A075-5740F9FBAC37}"/>
                  </a:ext>
                </a:extLst>
              </p:cNvPr>
              <p:cNvSpPr txBox="1"/>
              <p:nvPr/>
            </p:nvSpPr>
            <p:spPr>
              <a:xfrm>
                <a:off x="9073586" y="112752"/>
                <a:ext cx="56759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29F9A16-9AB6-45E9-A075-5740F9FBA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586" y="112752"/>
                <a:ext cx="567591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41EE6-E0D5-4646-B63A-6CFB2D82A8F6}"/>
                  </a:ext>
                </a:extLst>
              </p:cNvPr>
              <p:cNvSpPr txBox="1"/>
              <p:nvPr/>
            </p:nvSpPr>
            <p:spPr>
              <a:xfrm>
                <a:off x="570144" y="2170372"/>
                <a:ext cx="61779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41EE6-E0D5-4646-B63A-6CFB2D82A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44" y="2170372"/>
                <a:ext cx="617797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07F5D13-64DA-4DF5-B18D-E853E133CBBB}"/>
                  </a:ext>
                </a:extLst>
              </p:cNvPr>
              <p:cNvSpPr txBox="1"/>
              <p:nvPr/>
            </p:nvSpPr>
            <p:spPr>
              <a:xfrm>
                <a:off x="552838" y="4580197"/>
                <a:ext cx="53277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07F5D13-64DA-4DF5-B18D-E853E133C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38" y="4580197"/>
                <a:ext cx="532775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337DEA8-C7B7-4A42-B87D-69A261E1A69F}"/>
                  </a:ext>
                </a:extLst>
              </p:cNvPr>
              <p:cNvSpPr txBox="1"/>
              <p:nvPr/>
            </p:nvSpPr>
            <p:spPr>
              <a:xfrm>
                <a:off x="10297806" y="2894048"/>
                <a:ext cx="166148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337DEA8-C7B7-4A42-B87D-69A261E1A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806" y="2894048"/>
                <a:ext cx="1661480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E1EAB8-C7CC-4F07-8EFE-73E63002AD3C}"/>
                  </a:ext>
                </a:extLst>
              </p:cNvPr>
              <p:cNvSpPr txBox="1"/>
              <p:nvPr/>
            </p:nvSpPr>
            <p:spPr>
              <a:xfrm>
                <a:off x="5098589" y="3110827"/>
                <a:ext cx="168675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E1EAB8-C7CC-4F07-8EFE-73E63002A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589" y="3110827"/>
                <a:ext cx="1686757" cy="307777"/>
              </a:xfrm>
              <a:prstGeom prst="rect">
                <a:avLst/>
              </a:prstGeom>
              <a:blipFill>
                <a:blip r:embed="rId10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56B92F8-C5E4-40DC-BCB8-4746F983883C}"/>
                  </a:ext>
                </a:extLst>
              </p:cNvPr>
              <p:cNvSpPr txBox="1"/>
              <p:nvPr/>
            </p:nvSpPr>
            <p:spPr>
              <a:xfrm>
                <a:off x="1743850" y="3112571"/>
                <a:ext cx="168675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56B92F8-C5E4-40DC-BCB8-4746F9838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850" y="3112571"/>
                <a:ext cx="1686757" cy="307777"/>
              </a:xfrm>
              <a:prstGeom prst="rect">
                <a:avLst/>
              </a:prstGeom>
              <a:blipFill>
                <a:blip r:embed="rId11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45B7FAB-701C-4F67-987F-7387F5D53CA1}"/>
                  </a:ext>
                </a:extLst>
              </p:cNvPr>
              <p:cNvSpPr txBox="1"/>
              <p:nvPr/>
            </p:nvSpPr>
            <p:spPr>
              <a:xfrm>
                <a:off x="3441262" y="3110827"/>
                <a:ext cx="168675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45B7FAB-701C-4F67-987F-7387F5D53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62" y="3110827"/>
                <a:ext cx="1686757" cy="307777"/>
              </a:xfrm>
              <a:prstGeom prst="rect">
                <a:avLst/>
              </a:prstGeom>
              <a:blipFill>
                <a:blip r:embed="rId12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7F0F391-46B4-44A0-81E5-9E8D3CDB4CCD}"/>
                  </a:ext>
                </a:extLst>
              </p:cNvPr>
              <p:cNvSpPr txBox="1"/>
              <p:nvPr/>
            </p:nvSpPr>
            <p:spPr>
              <a:xfrm>
                <a:off x="6780173" y="3110826"/>
                <a:ext cx="168675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7F0F391-46B4-44A0-81E5-9E8D3CDB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173" y="3110826"/>
                <a:ext cx="1686757" cy="307777"/>
              </a:xfrm>
              <a:prstGeom prst="rect">
                <a:avLst/>
              </a:prstGeom>
              <a:blipFill>
                <a:blip r:embed="rId13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E768CB9-5FEC-415E-B8DB-BE26C14F3CF1}"/>
                  </a:ext>
                </a:extLst>
              </p:cNvPr>
              <p:cNvSpPr txBox="1"/>
              <p:nvPr/>
            </p:nvSpPr>
            <p:spPr>
              <a:xfrm>
                <a:off x="8489409" y="3110825"/>
                <a:ext cx="168675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E768CB9-5FEC-415E-B8DB-BE26C14F3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409" y="3110825"/>
                <a:ext cx="1686757" cy="307777"/>
              </a:xfrm>
              <a:prstGeom prst="rect">
                <a:avLst/>
              </a:prstGeom>
              <a:blipFill>
                <a:blip r:embed="rId14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769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35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</dc:creator>
  <cp:lastModifiedBy>Robert</cp:lastModifiedBy>
  <cp:revision>11</cp:revision>
  <dcterms:created xsi:type="dcterms:W3CDTF">2018-02-17T17:16:03Z</dcterms:created>
  <dcterms:modified xsi:type="dcterms:W3CDTF">2018-02-17T17:51:07Z</dcterms:modified>
</cp:coreProperties>
</file>